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Insurance Charges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Regression-based ML Project</a:t>
            </a:r>
          </a:p>
          <a:p>
            <a:r>
              <a:t>• Models: Linear, Random Forest, XGBoost, LightGBM</a:t>
            </a:r>
          </a:p>
          <a:p>
            <a:r>
              <a:t>• Feature Importance &amp; SHAP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Smoking status is the strongest predictor</a:t>
            </a:r>
          </a:p>
          <a:p>
            <a:r>
              <a:t>• BMI and Age significantly impact charges</a:t>
            </a:r>
          </a:p>
          <a:p>
            <a:r>
              <a:t>• XGBoost achieved the best performance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